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0.svg" ContentType="image/svg+xml"/>
  <Override PartName="/ppt/media/image152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8.jpg"/><Relationship Id="rId5" Type="http://schemas.openxmlformats.org/officeDocument/2006/relationships/image" Target="../media/image119.jpg"/><Relationship Id="rId6" Type="http://schemas.openxmlformats.org/officeDocument/2006/relationships/image" Target="../media/image1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1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jpg"/><Relationship Id="rId3" Type="http://schemas.openxmlformats.org/officeDocument/2006/relationships/image" Target="../media/image13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Relationship Id="rId4" Type="http://schemas.openxmlformats.org/officeDocument/2006/relationships/image" Target="../media/image136.jpg"/><Relationship Id="rId5" Type="http://schemas.openxmlformats.org/officeDocument/2006/relationships/image" Target="../media/image137.jpg"/><Relationship Id="rId6" Type="http://schemas.openxmlformats.org/officeDocument/2006/relationships/image" Target="../media/image13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Relationship Id="rId3" Type="http://schemas.openxmlformats.org/officeDocument/2006/relationships/image" Target="../media/image150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jpg"/><Relationship Id="rId3" Type="http://schemas.openxmlformats.org/officeDocument/2006/relationships/image" Target="../media/image154.jpg"/><Relationship Id="rId4" Type="http://schemas.openxmlformats.org/officeDocument/2006/relationships/image" Target="../media/image155.jpg"/><Relationship Id="rId5" Type="http://schemas.openxmlformats.org/officeDocument/2006/relationships/image" Target="../media/image156.jpg"/><Relationship Id="rId6" Type="http://schemas.openxmlformats.org/officeDocument/2006/relationships/image" Target="../media/image157.jpg"/><Relationship Id="rId7" Type="http://schemas.openxmlformats.org/officeDocument/2006/relationships/image" Target="../media/image158.jpg"/><Relationship Id="rId8" Type="http://schemas.openxmlformats.org/officeDocument/2006/relationships/image" Target="../media/image15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0.jpg"/><Relationship Id="rId3" Type="http://schemas.openxmlformats.org/officeDocument/2006/relationships/image" Target="../media/image16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Relationship Id="rId4" Type="http://schemas.openxmlformats.org/officeDocument/2006/relationships/image" Target="../media/image164.jpg"/><Relationship Id="rId5" Type="http://schemas.openxmlformats.org/officeDocument/2006/relationships/image" Target="../media/image165.jpg"/><Relationship Id="rId6" Type="http://schemas.openxmlformats.org/officeDocument/2006/relationships/image" Target="../media/image166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Relationship Id="rId3" Type="http://schemas.openxmlformats.org/officeDocument/2006/relationships/image" Target="../media/image110.jpg"/><Relationship Id="rId4" Type="http://schemas.openxmlformats.org/officeDocument/2006/relationships/image" Target="../media/image170.jpg"/><Relationship Id="rId5" Type="http://schemas.openxmlformats.org/officeDocument/2006/relationships/image" Target="../media/image171.jpg"/><Relationship Id="rId6" Type="http://schemas.openxmlformats.org/officeDocument/2006/relationships/image" Target="../media/image17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Relationship Id="rId3" Type="http://schemas.openxmlformats.org/officeDocument/2006/relationships/image" Target="../media/image174.jpg"/><Relationship Id="rId4" Type="http://schemas.openxmlformats.org/officeDocument/2006/relationships/image" Target="../media/image1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Four Projects, Five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Open ROS platform with space to mount sensors and loads.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Lab demonstration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multilingual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wireless audio receiver captures the speech.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Wireless audio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 to be added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0-paper-schedule-to-report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2109381"/>
            <a:ext cx="10817352" cy="3187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[5]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repaid during the second inspection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People and robots work as one team to fill delivery orders across five stations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S.M.A.R.T. Lab demonstration with the REACH Lab · NYU Abu Dhabi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Abu-Dakka, A. T. Mengiste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A lab demonstration, not a publication.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Team: B. García de Soto (SUMMIT-XL, Go2-W, integration), S. A. Prieto (Spot, QR materials), F. Abu-Dakka (REACH Lab, FR3 arm), A. Mengiste (lead software developer).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An order starts with a card at the order counter.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drives to the handoff; Spot reads the order's QR code.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At storage, the package is shown to Spot's camera and matched.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FR3 arm moves the package onto SUMMIT-XL.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delivers the order: complete.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video, S.M.A.R.T. Lab, NYU Abu Dhabi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Clicker + wireless mic → Whisper on a laptop → matcher picks one of the stations; if none matches, an LLM tries; else the command is rejected →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Same pipeline on its own computer (Intel NUC) but without an LLM: a parser picks exactly one waypoint. At handoff and storage Spot reads QR codes.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Run; recordings become motion primitives.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143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Cancels any robot's move from a control panel; each robot keeps its own emergency stop.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DOI pending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