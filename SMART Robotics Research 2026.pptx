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0.svg" ContentType="image/svg+xml"/>
  <Override PartName="/ppt/media/image152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2.jpg"/><Relationship Id="rId4" Type="http://schemas.openxmlformats.org/officeDocument/2006/relationships/image" Target="../media/image113.jpg"/><Relationship Id="rId5" Type="http://schemas.openxmlformats.org/officeDocument/2006/relationships/image" Target="../media/image114.jpg"/><Relationship Id="rId6" Type="http://schemas.openxmlformats.org/officeDocument/2006/relationships/image" Target="../media/image1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3.jpg"/><Relationship Id="rId4" Type="http://schemas.openxmlformats.org/officeDocument/2006/relationships/image" Target="../media/image118.jpg"/><Relationship Id="rId5" Type="http://schemas.openxmlformats.org/officeDocument/2006/relationships/image" Target="../media/image119.jpg"/><Relationship Id="rId6" Type="http://schemas.openxmlformats.org/officeDocument/2006/relationships/image" Target="../media/image1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1.jpg"/><Relationship Id="rId3" Type="http://schemas.openxmlformats.org/officeDocument/2006/relationships/image" Target="../media/image122.jpg"/><Relationship Id="rId4" Type="http://schemas.openxmlformats.org/officeDocument/2006/relationships/image" Target="../media/image123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jpg"/><Relationship Id="rId3" Type="http://schemas.openxmlformats.org/officeDocument/2006/relationships/image" Target="../media/image124.jp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jpg"/><Relationship Id="rId3" Type="http://schemas.openxmlformats.org/officeDocument/2006/relationships/image" Target="../media/image13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4.jpg"/><Relationship Id="rId3" Type="http://schemas.openxmlformats.org/officeDocument/2006/relationships/image" Target="../media/image135.jpg"/><Relationship Id="rId4" Type="http://schemas.openxmlformats.org/officeDocument/2006/relationships/image" Target="../media/image136.jpg"/><Relationship Id="rId5" Type="http://schemas.openxmlformats.org/officeDocument/2006/relationships/image" Target="../media/image137.jpg"/><Relationship Id="rId6" Type="http://schemas.openxmlformats.org/officeDocument/2006/relationships/image" Target="../media/image138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png"/><Relationship Id="rId3" Type="http://schemas.openxmlformats.org/officeDocument/2006/relationships/image" Target="../media/image150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1.png"/><Relationship Id="rId3" Type="http://schemas.openxmlformats.org/officeDocument/2006/relationships/image" Target="../media/image152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3.jpg"/><Relationship Id="rId3" Type="http://schemas.openxmlformats.org/officeDocument/2006/relationships/image" Target="../media/image154.jpg"/><Relationship Id="rId4" Type="http://schemas.openxmlformats.org/officeDocument/2006/relationships/image" Target="../media/image155.jpg"/><Relationship Id="rId5" Type="http://schemas.openxmlformats.org/officeDocument/2006/relationships/image" Target="../media/image156.jpg"/><Relationship Id="rId6" Type="http://schemas.openxmlformats.org/officeDocument/2006/relationships/image" Target="../media/image157.jpg"/><Relationship Id="rId7" Type="http://schemas.openxmlformats.org/officeDocument/2006/relationships/image" Target="../media/image158.jpg"/><Relationship Id="rId8" Type="http://schemas.openxmlformats.org/officeDocument/2006/relationships/image" Target="../media/image159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0.jpg"/><Relationship Id="rId3" Type="http://schemas.openxmlformats.org/officeDocument/2006/relationships/image" Target="../media/image16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2.jpg"/><Relationship Id="rId3" Type="http://schemas.openxmlformats.org/officeDocument/2006/relationships/image" Target="../media/image163.jpg"/><Relationship Id="rId4" Type="http://schemas.openxmlformats.org/officeDocument/2006/relationships/image" Target="../media/image164.jpg"/><Relationship Id="rId5" Type="http://schemas.openxmlformats.org/officeDocument/2006/relationships/image" Target="../media/image165.jpg"/><Relationship Id="rId6" Type="http://schemas.openxmlformats.org/officeDocument/2006/relationships/image" Target="../media/image166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8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Relationship Id="rId3" Type="http://schemas.openxmlformats.org/officeDocument/2006/relationships/image" Target="../media/image110.jpg"/><Relationship Id="rId4" Type="http://schemas.openxmlformats.org/officeDocument/2006/relationships/image" Target="../media/image170.jpg"/><Relationship Id="rId5" Type="http://schemas.openxmlformats.org/officeDocument/2006/relationships/image" Target="../media/image171.jpg"/><Relationship Id="rId6" Type="http://schemas.openxmlformats.org/officeDocument/2006/relationships/image" Target="../media/image172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3.jpg"/><Relationship Id="rId3" Type="http://schemas.openxmlformats.org/officeDocument/2006/relationships/image" Target="../media/image174.jpg"/><Relationship Id="rId4" Type="http://schemas.openxmlformats.org/officeDocument/2006/relationships/image" Target="../media/image1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Research Projects and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Our unit: Ouster OS-1-64 LiDAR, Astra camera, PX4 IMU, ROS.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 Ports × NYUAD event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 · Logistics (backup)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multilingual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wireless audio receiver captures the speech.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Wireless audio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construction-robots.github.io/papers/iros2026_5.pdf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ig2_2x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443447"/>
            <a:ext cx="10817352" cy="4519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(Fig. 2 in [5])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recovered over the following recurring inspections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· Go2-W (backup)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Robotic Awareness Event, Edition 2: Multi-Robot Collaborative Operations Challenge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AD Ports × NYUAD · S.M.A.R.T. Lab with the REACH Lab · October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Technical report, 9 October 2026 · not a publication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 (PIs); A. T. Mengiste (lead software); A. Chasmawala, A. Sunesh, O. Mostafa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Tasks worth 3, 6 or 12 points need one, two or three colour-coded packages;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operators P1–P5 staff the stations, and judges score what reaches the delivery station. A Unitree Go2-W was prepared as a backup for the SUMMIT-XL, with the same voice control: commands that need interpretation also go to the LLM.</a:t>
            </a:r>
          </a:p>
        </p:txBody>
      </p:sp>
      <p:sp>
        <p:nvSpPr>
          <p:cNvPr id="16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P1 picks a task (one to three packages) and gets its QR task card. Card and clicker go on SUMMIT-XL's tray.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drives to the handoff. Spot tilts up, reads the card, stores the package codes and walks to storage by itself.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P3 shows each box label. Spot says "QR code matched", the box is loaded, and P3 sends Spot to the arm.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runs the FR3 arm to move the box from Spot to SUMMIT-XL. Spot repeats for each package.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sends SUMMIT-XL to delivery. P5 places the packages in their brackets for the judges.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video. 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Clicker + wireless mic → Whisper large-v3 on the laptop GPU (0.16–0.47 s) → the matcher needs exactly one of four stations; if unclear, a local LLM (gpt-oss:20b) decides, else "Not a valid command" → 5 s hold to put the clicker back → the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Same clicker and mic; Whisper runs offline on an Intel NUC and a parser needs exactly one waypoint on Spot's map (no LLM). At handoff and storage Spot tilts up and reads QR codes with its front cameras.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Validate → Run. A wrist RGB-D camera finds the package; the taught motions adapt to where it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4630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Clicks are ignored while a robot moves. A control panel sends or cancels a held goal; the space bar cancels any move. Each robot's own e-stop stays the safety device.</a:t>
            </a:r>
          </a:p>
        </p:txBody>
      </p:sp>
      <p:sp>
        <p:nvSpPr>
          <p:cNvPr id="1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https://construction-robots.github.io/papers/iros2026_5.pdf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